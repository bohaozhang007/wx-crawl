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WX-CRAWL  / 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 · 爬取与筛选流程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64792"/>
            <a:ext cx="1078992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只保留符合范围的科研机会，自动入库并提醒。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2670048"/>
            <a:ext cx="242316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862072"/>
            <a:ext cx="2057400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355848"/>
            <a:ext cx="2057400" cy="38404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获取列表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959352"/>
            <a:ext cx="2057400" cy="9601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TikHub V2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增量拉取 · URL 去重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3840480"/>
            <a:ext cx="292608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74720" y="2670048"/>
            <a:ext cx="242316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862072"/>
            <a:ext cx="2057400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55848"/>
            <a:ext cx="2057400" cy="38404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下载正文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59352"/>
            <a:ext cx="2057400" cy="9601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wechat-mp-tools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↓ 失败后尝试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we-mp-rss → TikHub 兜底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34456" y="3840480"/>
            <a:ext cx="292608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81927" y="2670048"/>
            <a:ext cx="242316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862072"/>
            <a:ext cx="2057400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355848"/>
            <a:ext cx="2057400" cy="38404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打标筛选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959352"/>
            <a:ext cx="2057400" cy="9601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国家级 / 北京 / 浙江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排除已截止及无关文章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地域不明 → 人工复核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1663" y="3840480"/>
            <a:ext cx="292609" cy="0"/>
          </a:xfrm>
          <a:prstGeom prst="line">
            <a:avLst/>
          </a:prstGeom>
          <a:ln w="13970">
            <a:solidFill>
              <a:srgbClr val="607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89136" y="2670048"/>
            <a:ext cx="242316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2862072"/>
            <a:ext cx="2057400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3355848"/>
            <a:ext cx="2057400" cy="38404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3442"/>
                </a:solidFill>
                <a:latin typeface="Microsoft YaHei"/>
              </a:defRPr>
            </a:pPr>
            <a:r>
              <a:rPr>
                <a:ea typeface="Microsoft YaHei"/>
              </a:rPr>
              <a:t>入库与提醒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5" y="3959352"/>
            <a:ext cx="2057400" cy="9601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SQLite → 钉钉 AI 表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高重要度提醒</a:t>
            </a:r>
          </a:p>
          <a:p>
            <a:pPr>
              <a:spcAft>
                <a:spcPts val="800"/>
              </a:spcAft>
              <a:defRPr sz="13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申报截止提醒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95544"/>
            <a:ext cx="1083564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F98"/>
                </a:solidFill>
                <a:latin typeface="Microsoft YaHei"/>
              </a:defRPr>
            </a:pPr>
            <a:r>
              <a:rPr>
                <a:ea typeface="Microsoft YaHei"/>
              </a:rPr>
              <a:t>范围看项目归属：其他省份专项不因“国家级主办”放行。截止时间不明可继续筛选。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" y="6355080"/>
            <a:ext cx="10853928" cy="0"/>
          </a:xfrm>
          <a:prstGeom prst="line">
            <a:avLst/>
          </a:prstGeom>
          <a:ln w="13970">
            <a:solidFill>
              <a:srgbClr val="607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0808F"/>
                </a:solidFill>
                <a:latin typeface="Microsoft YaHei"/>
              </a:defRPr>
            </a:pPr>
            <a:r>
              <a:rPr>
                <a:ea typeface="Microsoft YaHei"/>
              </a:rPr>
              <a:t>开源正文优先  /  失败再兜底  /  发送前复核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微信公众号爬取与筛选流程｜一页版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