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RESEARCH OPPORTUNITY  /  AUTOMATED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· 自动化采集与筛选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9105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将分散的公众号信息，转化为可查询、可跟进的科研项目与指南申报机会。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21992"/>
            <a:ext cx="10945368" cy="530352"/>
          </a:xfrm>
          <a:prstGeom prst="rect">
            <a:avLst/>
          </a:prstGeom>
          <a:solidFill>
            <a:srgbClr val="E8EFF4"/>
          </a:solidFill>
          <a:ln w="762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340864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任务编排：Hermes 定时触发 + Python 串联处理流程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36392"/>
            <a:ext cx="2020824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300984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67588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列表采集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197096"/>
            <a:ext cx="17647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TikHub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846320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获取公众号历史列表</a:t>
            </a:r>
          </a:p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增量发现新文章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4178808"/>
            <a:ext cx="155448" cy="0"/>
          </a:xfrm>
          <a:prstGeom prst="line">
            <a:avLst/>
          </a:prstGeom>
          <a:ln w="15240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52928" y="3136392"/>
            <a:ext cx="2020824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3300984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67588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正文获取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4197096"/>
            <a:ext cx="17647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wechat-mp-tools</a:t>
            </a:r>
          </a:p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we-mp-rss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4846320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下载、归档文章正文</a:t>
            </a:r>
          </a:p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失败时由 TikHub 兜底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1184" y="4178808"/>
            <a:ext cx="155448" cy="0"/>
          </a:xfrm>
          <a:prstGeom prst="line">
            <a:avLst/>
          </a:prstGeom>
          <a:ln w="15240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84064" y="3136392"/>
            <a:ext cx="2020824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3300984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67588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智能打标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197096"/>
            <a:ext cx="17647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DeepSeek 大模型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846320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识别类型、研究方向</a:t>
            </a:r>
          </a:p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提取截止时间、重要度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4178808"/>
            <a:ext cx="155448" cy="0"/>
          </a:xfrm>
          <a:prstGeom prst="line">
            <a:avLst/>
          </a:prstGeom>
          <a:ln w="15240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15200" y="3136392"/>
            <a:ext cx="2020824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3300984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67588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规则筛选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4197096"/>
            <a:ext cx="17647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Python 规则校验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4846320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按地域、时效筛选</a:t>
            </a:r>
          </a:p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不确定项转人工复核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63456" y="4178808"/>
            <a:ext cx="155448" cy="0"/>
          </a:xfrm>
          <a:prstGeom prst="line">
            <a:avLst/>
          </a:prstGeom>
          <a:ln w="15240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46336" y="3136392"/>
            <a:ext cx="2020824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3300984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675887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入库与推送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197096"/>
            <a:ext cx="17647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SQLite + 钉钉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846320"/>
            <a:ext cx="17647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结构化存储、AI 表同步</a:t>
            </a:r>
          </a:p>
          <a:p>
            <a:pPr>
              <a:spcAft>
                <a:spcPts val="900"/>
              </a:spcAft>
              <a:defRPr sz="117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重要机会及截止提醒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8873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关注范围：全国性国家级项目、北京市、浙江省（含下辖市区县）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4652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开源正文优先，付费接口兜底  ·  大模型识别，明确规则把关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科研机会自动化 Pipeline｜汇报版</dc:title>
  <dc:subject>公众号采集、智能打标、规则筛选、入库与推送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